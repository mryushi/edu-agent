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 Images 2.0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文生图的新纪元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3200400"/>
            <a:ext cx="457200" cy="457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200400"/>
            <a:ext cx="457200" cy="4572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20040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兴趣小组分享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  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1417320"/>
            <a:ext cx="0" cy="365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44475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Images 2.0 是什么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371600" y="2011680"/>
            <a:ext cx="0" cy="365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03911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1168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核心能力突破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3152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1371600" y="2606040"/>
            <a:ext cx="0" cy="365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633472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横向对比：强在哪？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73152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1371600" y="3200400"/>
            <a:ext cx="0" cy="365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22783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011680" y="3154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73152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1371600" y="3794760"/>
            <a:ext cx="0" cy="365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82219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01168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上手体验 &amp; 提示词技巧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73152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1371600" y="4389120"/>
            <a:ext cx="0" cy="365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4416552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011680" y="4343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 &amp; 展望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 Images 2.0 是什么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74904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146304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2026年4月22日发布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1737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最新图像生成模型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Image Arena 所有榜单登顶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文生图榜单以 242 分优势断层第一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374904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188720"/>
            <a:ext cx="54864" cy="146304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全面超越前代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1737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文本渲染、写实人像、语义理解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三大核心能力全面突破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总分 1512 分，拉开代际差距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31520" y="3017520"/>
            <a:ext cx="76809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017520"/>
            <a:ext cx="76809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2"/>
          <p:cNvSpPr/>
          <p:nvPr/>
        </p:nvSpPr>
        <p:spPr>
          <a:xfrm>
            <a:off x="1097280" y="32004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一句话总结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097280" y="35661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Images 2.0 是目前综合能力最强的 AI 文生图模型，在文本渲染、语义理解、写实质感上实现了质的飞跃。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核心能力突破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384048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文本渲染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中英文文字清晰准确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告别"乱码文字"时代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37760" y="118872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188720"/>
            <a:ext cx="384048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630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语义理解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21208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复杂提示词精准遵循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抽象概念也能完美呈现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31520" y="292608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2926080"/>
            <a:ext cx="3840480" cy="36576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004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写实质感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00584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人像细节大幅提升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味"显著减少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937760" y="292608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2926080"/>
            <a:ext cx="3840480" cy="36576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2004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逻辑一致性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21208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多物体场景布局合理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光影关系更自然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榜单表现：断层领先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4688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24688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1512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Arena 榜首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188720"/>
            <a:ext cx="24688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188720"/>
            <a:ext cx="24688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371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6616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领先分差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文生图榜单最大分差纪录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188720"/>
            <a:ext cx="24688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188720"/>
            <a:ext cx="24688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371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008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细分第一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文本/肖像/动漫等均第一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200400"/>
            <a:ext cx="768096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33375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Arena 排行榜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Images 2.0 在发布后迅速登顶所有榜单，在文生图、文本渲染、肖像、卡通动漫等细分领域均位列第一，创下该平台最大分差纪录。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横向对比：强在哪？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对比维度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Images 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Midjourney V6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DALL·E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文本渲染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语义理解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写实质感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易用性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价格门槛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402336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4114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结论：GPT Images 2.0 综合实力最强，尤其在文本渲染和易用性上遥遥领先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应用场景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创意设计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海报、封面、插画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快速生成设计素材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937760" y="118872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173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内容创作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21208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文章配图、社交媒体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视频封面、缩略图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92608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546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电商营销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00584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产品展示图、广告banner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排版文字一键生成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0" y="292608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1546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150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游戏/动漫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521208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角色概念设计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场景原画、卡通形象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上手体验 &amp; 提示词技巧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74904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37490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如何使用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打开 ChatGPT（需 Plus/Pro 订阅）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选择 GPT-4o 或 GPT Image 2 模型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用自然语言描述你想要的图片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可迭代修改："把背景换成红色"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支持 API 调用，开发者友好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74904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374904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提示词技巧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具体描述风格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"赛博朋克风，霓虹灯光"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指定构图方式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"特写镜头，浅景深效果"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包含文字时明确说明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"海报上写「AI 未来」"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迭代修改更高效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"把色调调暗，增加颗粒感"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现场演示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74904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示例图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提示词：赛博朋克城市夜景，霓虹灯牌上写「GPT」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74904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66344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示例图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3474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提示词：写实人像，自然光，电影质感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 &amp; 展望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2011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文本渲染能力质的飞跃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语义理解精准，易用性极强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写实质感大幅提升，综合实力断层领先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与 ChatGPT 深度集成，迭代修改极其方便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657600"/>
            <a:ext cx="54864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749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展望：AI 生图正在从"能看"走向"能用"，未来将深度融入设计、营销、内容创作全流程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谢谢聆听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468880"/>
            <a:ext cx="2743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欢迎提问 &amp; 交流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试试用 GPT Images 2.0 生成你的第一张 AI 图片吧！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 Images 2.0 - AI 文生图的新纪元</dc:title>
  <dc:subject>PptxGenJS Presentation</dc:subject>
  <dc:creator>AI 分享</dc:creator>
  <cp:lastModifiedBy>AI 分享</cp:lastModifiedBy>
  <cp:revision>1</cp:revision>
  <dcterms:created xsi:type="dcterms:W3CDTF">2026-04-27T02:30:34Z</dcterms:created>
  <dcterms:modified xsi:type="dcterms:W3CDTF">2026-04-27T02:30:34Z</dcterms:modified>
</cp:coreProperties>
</file>